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8" r:id="rId1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EBED5-339A-480F-9739-F49A7C0F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4FF39E-4DC6-4616-A9FC-DA9FB2EBA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BEA30F-8CC2-4D8D-9A81-AF15BCFE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CEAE72-1779-43E3-A09B-4CB0650A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FA9CE-E506-4431-8CAB-13F99AF7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7622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D0628-030A-47A7-9421-1884AAA6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8F8C2-2BD7-4CEA-9438-331C36F65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20D30B-4380-4045-AF89-DE426515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0AF048-6AFB-4AF8-9A99-DC12FD72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87FECF-2E3F-4B78-A181-F53A658B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8098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14C6B-D92B-44C8-BE2D-C53480A5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48C6EA-D710-405E-9B4F-6DB01F166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2B818-E2C5-4B54-9F4B-E6B1C16A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12678-D667-4184-8158-572B89AD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F93AB-B67B-4E8E-8AD0-C87BB263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9060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12D8B-24BF-412A-A74A-5FBD4E28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450AA-A5D3-4954-8F28-1BBD6A9AF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C4BC5-FB02-48C1-888F-FE36B8D8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773524-AF87-4695-BEDC-0939EB83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85D519-D286-4FC0-9632-EC049FAE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5B0731-AAEA-4B5B-B7A2-43DFC104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5244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13990-9E05-45A7-B26C-DF5BB918F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073D6A-10C8-41E8-B27A-527A817A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CDCB5B-F3C5-4099-8805-20D5E5965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489E00-82BB-40AD-85E8-69C48ABFA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01B72E-BDDF-450F-B19E-2B2E7B573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6C3901-3B8E-498D-8688-D2BF0E34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CCB094-E7C3-48AB-AB3D-1B8E036A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993883-062F-4399-861D-D0BE8CD5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9658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B7C6D-0DDB-48B0-BEA7-88CF1198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FBAA1C-8A4D-41DC-83F6-CC0C929B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832862-65E5-4449-8C92-E99DE79C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5129A2-15B3-40F6-9F7D-8F81A83E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7862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E60FBC-C5C6-4CDA-9942-32792104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142B38-6A82-4FA9-B6DA-1126614C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7346F7-6E0A-4153-914B-3DBE6455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359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4DAB3-9F36-465D-99D1-7218C407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72A5DA-7B79-41F1-89F9-A0AE6A84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B6E069-9732-428B-8081-F04FCAFA7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C1EEA-59B7-494C-832C-5447C05FE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347E77-7EDB-4F4C-AA19-9619D4E8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D048D9-24DB-4793-909C-B2B8ED3B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441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5E59E-5DE8-4EB8-AA04-81255C84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B9E1D9-7FE5-4F88-B2D0-B270DFB02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4F9245-419A-488A-94AA-AADD75988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2564BC-8D49-454B-974F-AF15E158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1C1CA7-91B4-4E06-9FF0-EBBC3580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3CC5FB-E758-4E97-B8BD-723562FC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6508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2BEDE-E01B-4988-9D60-27CE6504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AA7932-8E57-42BF-8D80-96AF26C0F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2F420A-0554-4E91-AD7D-DC3FFEB1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B9F7D-D5C1-4AD1-8D64-B615CF8C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B01E99-1393-4A59-BA55-B83AFD33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4435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02F709-C15A-437E-98D1-AEC085C5C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294E44-BDB7-48F6-A4AC-FC41D6021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E1F6C-535E-4086-AF7E-1A67211A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59F09-2ABB-44AE-B101-ED263D22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D62F92-2430-45F0-BCAB-47A2BCAA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9237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002DF9-08FF-43B6-8AE0-51D1E24D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AB4EA0-484F-4574-A7B0-F3817EBA9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3CC992-2BA4-4DCD-8553-F983EAA6A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4279A-3DBC-4004-AB2A-9B377C2673EA}" type="datetimeFigureOut">
              <a:rPr lang="es-BO" smtClean="0"/>
              <a:t>17/9/2026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EA9CC3-6695-4B7B-BA0F-B732DDEB9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BBB584-9DD6-47E4-8C90-D1F6F1479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CFEE1-6D30-443D-A9B0-48AC716134B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4336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DF711ED-9CCF-4094-BAF8-0388B503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416" y="1"/>
            <a:ext cx="12485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79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BC86-9F22-4C65-B2FC-8F4E8DC0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6CD563-94A7-495A-A277-BED5D774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52DC3B8-EE3F-425E-A1EB-3BA49967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110" y="0"/>
            <a:ext cx="1237210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9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BC86-9F22-4C65-B2FC-8F4E8DC0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6CD563-94A7-495A-A277-BED5D774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CA0078-EF01-4926-B18C-DD86E7DAB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988" y="1"/>
            <a:ext cx="12229987" cy="697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7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BC86-9F22-4C65-B2FC-8F4E8DC0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6CD563-94A7-495A-A277-BED5D774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CC408A-4672-4A4D-BD2A-E6BE81AF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270" y="-58115"/>
            <a:ext cx="12311270" cy="70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0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BC86-9F22-4C65-B2FC-8F4E8DC0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6CD563-94A7-495A-A277-BED5D774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6D8791-D53A-4B5E-8898-99DAC895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017" y="-28032"/>
            <a:ext cx="12353744" cy="688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2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BC86-9F22-4C65-B2FC-8F4E8DC0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6CD563-94A7-495A-A277-BED5D774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9EBCE6-0BBF-4863-85CB-0E1E62EE5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113" y="0"/>
            <a:ext cx="12442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1BF2-121F-4B97-A03B-B66A9B7F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783C2D-C033-45DC-BA5B-6A15C607D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CFCF47-8DB2-47EB-B059-5CDE4F2D1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014" y="0"/>
            <a:ext cx="12331013" cy="69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4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F9481-5F2C-462C-8746-E85F2720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8D6529-227B-4BA8-AE81-60B3F4215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20FD6B-E69F-492F-8690-4EBDDE4B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3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B7E29-1FF7-4F05-92B3-9B889953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A3AA3-F72A-4E13-B9DA-80BC9385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118D5D-F9DE-46AE-B709-01DAC9EC9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22" y="0"/>
            <a:ext cx="122692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6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AFB7E-2ED3-4B5B-8D19-98F380F8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20E4E2-62DC-405E-89A8-B00ED7F1C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433FF8-916C-4517-8BEC-CFB122AE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422" y="0"/>
            <a:ext cx="1237542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3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49ECB53-EC6D-414A-8F6C-00B193039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5620" y="0"/>
            <a:ext cx="12417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0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144AD-AFA1-4461-9ED9-FA9C49F0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62A4FF-AE8F-4557-8D2F-8F152B74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B1496F-8F84-46E4-86C1-E609C206F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615" y="0"/>
            <a:ext cx="12351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62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</dc:creator>
  <cp:lastModifiedBy>Luis</cp:lastModifiedBy>
  <cp:revision>1</cp:revision>
  <dcterms:created xsi:type="dcterms:W3CDTF">2026-09-18T01:16:09Z</dcterms:created>
  <dcterms:modified xsi:type="dcterms:W3CDTF">2026-09-18T01:22:23Z</dcterms:modified>
</cp:coreProperties>
</file>